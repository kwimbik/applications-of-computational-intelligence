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4" r:id="rId6"/>
    <p:sldId id="261" r:id="rId7"/>
    <p:sldId id="259" r:id="rId8"/>
    <p:sldId id="270" r:id="rId9"/>
    <p:sldId id="268" r:id="rId10"/>
    <p:sldId id="269" r:id="rId11"/>
    <p:sldId id="265" r:id="rId12"/>
    <p:sldId id="263" r:id="rId13"/>
    <p:sldId id="266" r:id="rId14"/>
    <p:sldId id="267" r:id="rId15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585"/>
    <a:srgbClr val="FF4500"/>
    <a:srgbClr val="FFEAE0"/>
    <a:srgbClr val="FFE3D6"/>
    <a:srgbClr val="FF5E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0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45984D0-4C6A-DDEE-B584-3597F1371C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2C16E4F-5628-DBE3-21FA-1A4CF8FDA3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A4F31E3-B073-8457-8B62-D21EC52A4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6437A-2C7A-4D90-8889-FD5FDE1B78D3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9817A5-9BF7-5345-9196-D28E3CF08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860142D-A114-15C0-7BED-EA60AA9E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0CB0-F0FF-468E-94E9-3F3EF0FD2A5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2360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BF6599E-7F94-F018-5935-49370B9D2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82DECDE-ABEA-1EFA-48B2-0EBB8C91F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404795F-A839-C490-7A6A-381711932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6437A-2C7A-4D90-8889-FD5FDE1B78D3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C83F327-11F3-BCA5-CBFB-BD20C264F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E8F27E4-4327-A23D-FEA0-9F08ED27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0CB0-F0FF-468E-94E9-3F3EF0FD2A5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4672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A2E0C3-995D-6324-33BB-A667078E7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B9A1814-9A80-92E2-13F0-E8BDD7F5D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21F2BE6-228C-8A0A-5A3A-2E7582F72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6437A-2C7A-4D90-8889-FD5FDE1B78D3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E1BF1DF-9242-AC6C-669C-1ABFE0AAD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E144B99-6223-0784-6379-A5D6F8FE1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0CB0-F0FF-468E-94E9-3F3EF0FD2A5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7518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38067B9-2232-DE8B-14C2-C4A0B6381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1D8766B-9B07-4544-4DAC-B75A91B91B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DECB930-B534-12ED-25B6-EFECD10E04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3139EA5-349E-F891-4BCA-25B4AFFE0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6437A-2C7A-4D90-8889-FD5FDE1B78D3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E348A1A-2D5B-00AE-2B62-B92A1A9DE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3D9ACF3-D3EE-E73C-6189-4CA172B9E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0CB0-F0FF-468E-94E9-3F3EF0FD2A5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80999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343A765-9520-7148-18E2-1B4E44E2B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CE0C3CA-5B8B-4E65-8CD2-DE10928CED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A1B600B-FE2D-7F09-1050-87734CD1A8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521E8754-D333-298A-95EE-ACA0291514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ED9049DE-A74A-AA89-16B9-127DDF8971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C3E2AE50-21FB-F514-DA04-C8011A124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6437A-2C7A-4D90-8889-FD5FDE1B78D3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F6A0C0F1-2E8D-60FA-445A-BD78EA45D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2CBF750-9D91-34CF-4804-8A0998D3D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0CB0-F0FF-468E-94E9-3F3EF0FD2A5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23763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3B63747-27A8-2D05-ED18-9399429C9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676DDF54-3FA9-90A2-7FC7-D53B76D2A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6437A-2C7A-4D90-8889-FD5FDE1B78D3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9A24A8DD-6B18-1344-5CFD-E980DF805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F980B1BF-A6D9-5A23-A9CC-A2A2F9DC4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0CB0-F0FF-468E-94E9-3F3EF0FD2A5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93093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F168042F-2398-D4D8-DBEE-8D67BADA9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6437A-2C7A-4D90-8889-FD5FDE1B78D3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9F261735-B73F-F3BA-72ED-42B707320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6FBE782-B956-D5A1-AC86-0330B473C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0CB0-F0FF-468E-94E9-3F3EF0FD2A5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66472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DD304D6-A2E9-7AAD-2243-31A4D0EAF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39C4046-F088-9435-AEA3-4A25219A5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F48A213-D77A-230E-B84C-2DB91D3003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BD6258B0-1BBE-7DD9-D31A-A0F4FCF42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6437A-2C7A-4D90-8889-FD5FDE1B78D3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937F65F-1A84-D4C0-6C5F-FA2DE4DE4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B070664-62B4-D94F-078F-6E777C472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0CB0-F0FF-468E-94E9-3F3EF0FD2A5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30247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970D14-DFD3-6B4E-EF27-7C2A84ACF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224DF15E-AB4F-A1EB-393D-F313508813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C7F6D173-BA5F-4B0C-669C-ECBF40F344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CEC4F3DB-F7BB-C3D5-A125-F84DE592A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6437A-2C7A-4D90-8889-FD5FDE1B78D3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C61BE2B-9898-DE44-424F-A76FC5316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9E8939B-4177-BF6F-EF42-B59E7808F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0CB0-F0FF-468E-94E9-3F3EF0FD2A5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45475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9B0379-2F5B-3611-DA8F-37B48EADE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FA5FE46-1F03-EACD-73A3-59B28A3B7E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A8DE69B-292C-9D6F-1DCB-24850DF2A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6437A-2C7A-4D90-8889-FD5FDE1B78D3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957CB9B-8C05-4694-A85C-F5BD752DC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43CD69F-C2A0-8A6A-D3ED-4906E2A9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0CB0-F0FF-468E-94E9-3F3EF0FD2A5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70684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483E8D47-2AF1-FB84-219B-DFF522AF14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595B2A9B-9441-1442-DFC5-C150CE77A5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014602E-1296-05BB-2ACB-208F486A9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6437A-2C7A-4D90-8889-FD5FDE1B78D3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4BE1589-4181-02FC-F38E-97DB8A4D1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ABB60BB-BA48-DBAA-27B9-CEAF6429D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0CB0-F0FF-468E-94E9-3F3EF0FD2A5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44360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4FA70F60-83D2-DDAC-4473-B47ADEC39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426D601-74A6-9747-D510-F3A2EE4E0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9523219-7537-782E-F9ED-5303E7E5D1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F6437A-2C7A-4D90-8889-FD5FDE1B78D3}" type="datetimeFigureOut">
              <a:rPr lang="cs-CZ" smtClean="0"/>
              <a:t>03.12.2025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466F50B-5DF8-57AD-48AB-0CCC1E33ED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FBC9CF2-B0DA-B447-B6EB-E6E578CFE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CA0CB0-F0FF-468E-94E9-3F3EF0FD2A5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3716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>
            <a:extLst>
              <a:ext uri="{FF2B5EF4-FFF2-40B4-BE49-F238E27FC236}">
                <a16:creationId xmlns:a16="http://schemas.microsoft.com/office/drawing/2014/main" id="{2A9AABE7-EBED-B92B-4AC7-6CA950590094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79000">
                <a:srgbClr val="FFD2C2">
                  <a:alpha val="58000"/>
                </a:srgbClr>
              </a:gs>
              <a:gs pos="20000">
                <a:schemeClr val="bg1"/>
              </a:gs>
              <a:gs pos="100000">
                <a:srgbClr val="FFA585">
                  <a:alpha val="50000"/>
                </a:srgb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CA6E981E-35A3-25D7-0EEA-76EAC146EF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666708"/>
            <a:ext cx="9144000" cy="1655762"/>
          </a:xfrm>
        </p:spPr>
        <p:txBody>
          <a:bodyPr>
            <a:normAutofit/>
          </a:bodyPr>
          <a:lstStyle/>
          <a:p>
            <a:r>
              <a:rPr lang="cs-CZ" sz="1400" dirty="0"/>
              <a:t>Chabičovská, Šmíd, Zeman</a:t>
            </a:r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37BDB0CD-95F6-FD95-5EA4-7DFBB33E33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61907"/>
            <a:ext cx="9144000" cy="2387600"/>
          </a:xfrm>
        </p:spPr>
        <p:txBody>
          <a:bodyPr>
            <a:normAutofit fontScale="90000"/>
          </a:bodyPr>
          <a:lstStyle/>
          <a:p>
            <a:br>
              <a:rPr lang="cs-CZ" dirty="0"/>
            </a:br>
            <a:r>
              <a:rPr lang="cs-CZ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User </a:t>
            </a:r>
            <a:r>
              <a:rPr lang="cs-CZ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behavior</a:t>
            </a:r>
            <a:r>
              <a:rPr lang="cs-CZ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cs-CZ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analysis</a:t>
            </a:r>
            <a:br>
              <a:rPr lang="cs-CZ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cs-CZ" sz="27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br>
              <a:rPr lang="cs-CZ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cs-CZ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Visualisation</a:t>
            </a:r>
            <a:endParaRPr lang="cs-CZ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030" name="Picture 6" descr="Reddit Logo and symbol, meaning, history, PNG, brand">
            <a:extLst>
              <a:ext uri="{FF2B5EF4-FFF2-40B4-BE49-F238E27FC236}">
                <a16:creationId xmlns:a16="http://schemas.microsoft.com/office/drawing/2014/main" id="{8AFB81D9-84CB-6992-6072-0D78A82FD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0547" y="593249"/>
            <a:ext cx="5230906" cy="2942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0286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FAEE5F3A-0EA7-FD3B-236C-1833250DA78A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76000">
                <a:schemeClr val="bg1"/>
              </a:gs>
              <a:gs pos="100000">
                <a:srgbClr val="FFEAE0"/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64FF58A-2650-2DDE-5D5E-BEF5A92F1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What</a:t>
            </a:r>
            <a:r>
              <a:rPr lang="cs-CZ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cs-CZ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is</a:t>
            </a:r>
            <a:r>
              <a:rPr lang="cs-CZ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cs-CZ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Reddit</a:t>
            </a:r>
            <a:r>
              <a:rPr lang="cs-CZ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CC4EE47-DE28-60C6-855B-851CC0F57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Online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social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media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forum</a:t>
            </a:r>
            <a:endParaRPr lang="cs-CZ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Collection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topic-based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communities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subreddits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boards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Message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board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threads</a:t>
            </a:r>
            <a:endParaRPr lang="cs-CZ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Ranking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system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upvotes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downvotes</a:t>
            </a:r>
            <a:endParaRPr lang="cs-CZ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076A481F-0FA3-8B64-5808-324B0DC2575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BFAF9"/>
              </a:clrFrom>
              <a:clrTo>
                <a:srgbClr val="FBFAF9">
                  <a:alpha val="0"/>
                </a:srgbClr>
              </a:clrTo>
            </a:clrChange>
          </a:blip>
          <a:srcRect t="2370" b="17856"/>
          <a:stretch>
            <a:fillRect/>
          </a:stretch>
        </p:blipFill>
        <p:spPr>
          <a:xfrm>
            <a:off x="3062109" y="3972046"/>
            <a:ext cx="6067782" cy="220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316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15705-6C76-6133-BFA7-F628AE522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A017EA84-93A3-2218-C319-FE12CE81230C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76000">
                <a:schemeClr val="bg1"/>
              </a:gs>
              <a:gs pos="100000">
                <a:srgbClr val="FFEAE0"/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12787EA-A631-4C8C-DE30-6097F2AE0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Data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2CEB9EE-8D17-5F42-09C2-949814E6F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Subreddits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lvl="1"/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Game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Thrones</a:t>
            </a:r>
            <a:endParaRPr lang="cs-CZ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FreeFolk</a:t>
            </a:r>
            <a:endParaRPr lang="cs-CZ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NBA</a:t>
            </a:r>
          </a:p>
          <a:p>
            <a:pPr lvl="1"/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NBACircleJerk</a:t>
            </a:r>
            <a:endParaRPr lang="cs-CZ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lvl="1" indent="0">
              <a:buNone/>
            </a:pPr>
            <a:r>
              <a:rPr lang="cs-CZ" dirty="0"/>
              <a:t>				</a:t>
            </a:r>
          </a:p>
        </p:txBody>
      </p:sp>
      <p:pic>
        <p:nvPicPr>
          <p:cNvPr id="5124" name="Picture 4" descr="r/okbuddychicanery - Outchicaneried by r/nbacirclejerk">
            <a:extLst>
              <a:ext uri="{FF2B5EF4-FFF2-40B4-BE49-F238E27FC236}">
                <a16:creationId xmlns:a16="http://schemas.microsoft.com/office/drawing/2014/main" id="{E0034ED5-B9DA-73EF-0C60-6FFAC7D487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9477" y="888719"/>
            <a:ext cx="3390569" cy="508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55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9E172-CEA8-AE4E-06EA-EE58CBF57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4EB4C2FD-0CA0-D11A-55A1-8C9E20A16C97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76000">
                <a:schemeClr val="bg1"/>
              </a:gs>
              <a:gs pos="100000">
                <a:srgbClr val="FFEAE0"/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2F23A94-F502-EE25-DA6B-EF970785C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Data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287C9BF-C2E9-0B8E-8570-F5791D73B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Attributes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lvl="1"/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User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score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= #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upvotes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- #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downvotes</a:t>
            </a:r>
            <a:endParaRPr lang="cs-CZ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posting</a:t>
            </a:r>
            <a:endParaRPr lang="cs-CZ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Content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post</a:t>
            </a:r>
          </a:p>
          <a:p>
            <a:pPr marL="457200" lvl="1" indent="0">
              <a:buNone/>
            </a:pPr>
            <a:endParaRPr lang="cs-CZ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Lifespan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a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subreddit</a:t>
            </a:r>
            <a:endParaRPr lang="cs-CZ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User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activity</a:t>
            </a:r>
            <a:endParaRPr lang="cs-CZ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0" indent="0">
              <a:buNone/>
            </a:pPr>
            <a:endParaRPr lang="cs-CZ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cs-CZ" dirty="0"/>
          </a:p>
          <a:p>
            <a:pPr lvl="1"/>
            <a:endParaRPr lang="cs-CZ" dirty="0"/>
          </a:p>
        </p:txBody>
      </p:sp>
      <p:pic>
        <p:nvPicPr>
          <p:cNvPr id="7" name="Picture 4" descr="Star Jedi">
            <a:extLst>
              <a:ext uri="{FF2B5EF4-FFF2-40B4-BE49-F238E27FC236}">
                <a16:creationId xmlns:a16="http://schemas.microsoft.com/office/drawing/2014/main" id="{993FE7FA-F1C2-D803-717D-CF68B11D2E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6856" y="5042696"/>
            <a:ext cx="2451008" cy="237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BCA208EC-1956-FE3B-3294-50AEDC3C3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427" y="3198471"/>
            <a:ext cx="3446998" cy="263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744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85D5B-344F-95DE-3D3E-07EEE9874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7AE1369F-7B84-D80E-4823-60B4AC06829D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76000">
                <a:schemeClr val="bg1"/>
              </a:gs>
              <a:gs pos="100000">
                <a:srgbClr val="FFEAE0"/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10246" name="Picture 6">
            <a:extLst>
              <a:ext uri="{FF2B5EF4-FFF2-40B4-BE49-F238E27FC236}">
                <a16:creationId xmlns:a16="http://schemas.microsoft.com/office/drawing/2014/main" id="{45F27387-7624-B0FB-F8F9-CC753BD4DAD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6632" y="822753"/>
            <a:ext cx="7818736" cy="5212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ovéPole 1">
            <a:extLst>
              <a:ext uri="{FF2B5EF4-FFF2-40B4-BE49-F238E27FC236}">
                <a16:creationId xmlns:a16="http://schemas.microsoft.com/office/drawing/2014/main" id="{AB1ADC2F-9377-2C8B-20CA-669206CAC2E5}"/>
              </a:ext>
            </a:extLst>
          </p:cNvPr>
          <p:cNvSpPr txBox="1"/>
          <p:nvPr/>
        </p:nvSpPr>
        <p:spPr>
          <a:xfrm>
            <a:off x="3267075" y="292100"/>
            <a:ext cx="5657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Lifespan</a:t>
            </a:r>
            <a:endParaRPr lang="cs-CZ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290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1EF32-5DA3-5F97-1FBA-89302CCD6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237FDEF9-688D-3F66-7167-9E44D67275FC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76000">
                <a:schemeClr val="bg1"/>
              </a:gs>
              <a:gs pos="100000">
                <a:srgbClr val="FFEAE0"/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6" name="Zástupný obsah 5">
            <a:extLst>
              <a:ext uri="{FF2B5EF4-FFF2-40B4-BE49-F238E27FC236}">
                <a16:creationId xmlns:a16="http://schemas.microsoft.com/office/drawing/2014/main" id="{2F651628-34CC-C799-A5EB-5C2C237172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6949" y="881909"/>
            <a:ext cx="6527801" cy="5094180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799ECFD7-8B15-1D04-F919-7E30B62CF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658949"/>
            <a:ext cx="6146800" cy="4525951"/>
          </a:xfrm>
          <a:prstGeom prst="rect">
            <a:avLst/>
          </a:prstGeom>
        </p:spPr>
      </p:pic>
      <p:sp>
        <p:nvSpPr>
          <p:cNvPr id="2" name="TextovéPole 1">
            <a:extLst>
              <a:ext uri="{FF2B5EF4-FFF2-40B4-BE49-F238E27FC236}">
                <a16:creationId xmlns:a16="http://schemas.microsoft.com/office/drawing/2014/main" id="{7DA6CFB2-3B76-F416-9F8D-755141DA3BDB}"/>
              </a:ext>
            </a:extLst>
          </p:cNvPr>
          <p:cNvSpPr txBox="1"/>
          <p:nvPr/>
        </p:nvSpPr>
        <p:spPr>
          <a:xfrm>
            <a:off x="3267075" y="256289"/>
            <a:ext cx="5657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Min/max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score</a:t>
            </a:r>
            <a:endParaRPr lang="cs-CZ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336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B281F-1614-D60C-60C6-EE8E6CBFC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4DCA4B0F-8E1B-7649-32B7-122A8F75F753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76000">
                <a:schemeClr val="bg1"/>
              </a:gs>
              <a:gs pos="100000">
                <a:srgbClr val="FFEAE0"/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9DA5B4B-DC68-C265-A189-4209B9D088B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210" y="948265"/>
            <a:ext cx="7877579" cy="5251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1D5D3B1E-DA85-3D83-3037-596261496DF9}"/>
              </a:ext>
            </a:extLst>
          </p:cNvPr>
          <p:cNvSpPr txBox="1"/>
          <p:nvPr/>
        </p:nvSpPr>
        <p:spPr>
          <a:xfrm>
            <a:off x="3267074" y="288683"/>
            <a:ext cx="5657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Activity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vs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Score</a:t>
            </a:r>
            <a:endParaRPr lang="cs-CZ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2432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052B5-9BA8-0093-C231-6B647F25B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C0E9EE4D-F6AE-5ED9-4704-811F4D51EB31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76000">
                <a:schemeClr val="bg1"/>
              </a:gs>
              <a:gs pos="100000">
                <a:srgbClr val="FFEAE0"/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07D0F34-65EA-EF08-390D-9F2C64EE14E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103" y="931068"/>
            <a:ext cx="7493793" cy="4995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02E08B57-FD79-DADA-589D-67F3A4936BD7}"/>
              </a:ext>
            </a:extLst>
          </p:cNvPr>
          <p:cNvSpPr txBox="1"/>
          <p:nvPr/>
        </p:nvSpPr>
        <p:spPr>
          <a:xfrm>
            <a:off x="3267075" y="345625"/>
            <a:ext cx="5657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Sentiment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contract</a:t>
            </a:r>
            <a:endParaRPr lang="cs-CZ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795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9C25C-1B99-8BBB-77A7-279B7176B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AE188261-2BED-C435-D9B7-2726A029CEAE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76000">
                <a:schemeClr val="bg1"/>
              </a:gs>
              <a:gs pos="100000">
                <a:srgbClr val="FFEAE0"/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084C594E-3E26-85C3-FDD5-7161F9255F5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423" y="988615"/>
            <a:ext cx="7321153" cy="4880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F36262B7-12A0-F2A9-036C-43A0DDCFEC6F}"/>
              </a:ext>
            </a:extLst>
          </p:cNvPr>
          <p:cNvSpPr txBox="1"/>
          <p:nvPr/>
        </p:nvSpPr>
        <p:spPr>
          <a:xfrm>
            <a:off x="3267075" y="345625"/>
            <a:ext cx="5657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Sentiment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contract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r/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Aww</a:t>
            </a:r>
            <a:endParaRPr lang="cs-CZ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280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117AB-B33B-EA79-67DA-F2D4C35AE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1D1B12F9-AAA7-3805-113E-66E2D21E47BC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76000">
                <a:schemeClr val="bg1"/>
              </a:gs>
              <a:gs pos="100000">
                <a:srgbClr val="FFEAE0"/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A8C0F259-A3EC-D79B-4C22-EDF87A001DF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498" y="965332"/>
            <a:ext cx="7391003" cy="4927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6963922D-C685-9151-F5AD-53304F6D3A9B}"/>
              </a:ext>
            </a:extLst>
          </p:cNvPr>
          <p:cNvSpPr txBox="1"/>
          <p:nvPr/>
        </p:nvSpPr>
        <p:spPr>
          <a:xfrm>
            <a:off x="3267074" y="351975"/>
            <a:ext cx="5657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Sentiment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contract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r/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GoT</a:t>
            </a:r>
            <a:endParaRPr lang="cs-CZ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644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993C4-634D-D85D-7052-011480DF3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5E13D0E5-D673-9CBE-4FBA-EB9A90F17FE3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76000">
                <a:schemeClr val="bg1"/>
              </a:gs>
              <a:gs pos="100000">
                <a:srgbClr val="FFEAE0"/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1ED5BDC8-1660-464E-67B9-7876C1CEA83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3373" y="1060581"/>
            <a:ext cx="7105254" cy="473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C0285895-7052-0F25-5987-9EC40F7B27FD}"/>
              </a:ext>
            </a:extLst>
          </p:cNvPr>
          <p:cNvSpPr txBox="1"/>
          <p:nvPr/>
        </p:nvSpPr>
        <p:spPr>
          <a:xfrm>
            <a:off x="3267075" y="345625"/>
            <a:ext cx="5657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Sentiment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contract</a:t>
            </a:r>
            <a:endParaRPr lang="cs-CZ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153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339B0-4A57-8FD7-06E3-123F8D8C3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2223DC80-51BE-ED4A-4C72-3C4032D6CC4F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76000">
                <a:schemeClr val="bg1"/>
              </a:gs>
              <a:gs pos="100000">
                <a:srgbClr val="FFEAE0"/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5BFD86F-B161-C9C4-4D9C-C954BB351B1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398" y="1007664"/>
            <a:ext cx="7721203" cy="5147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67D3CDC9-A851-6CB6-30A6-523C948CDCC3}"/>
              </a:ext>
            </a:extLst>
          </p:cNvPr>
          <p:cNvSpPr txBox="1"/>
          <p:nvPr/>
        </p:nvSpPr>
        <p:spPr>
          <a:xfrm>
            <a:off x="3267075" y="292100"/>
            <a:ext cx="5657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Topic</a:t>
            </a:r>
            <a:endParaRPr lang="cs-CZ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0714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5B803-C5F8-A34E-5205-417A6EEB1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CDA231C2-07FB-B5EA-F148-439B6F2313A7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76000">
                <a:schemeClr val="bg1"/>
              </a:gs>
              <a:gs pos="100000">
                <a:srgbClr val="FFEAE0"/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0BC3B43-A635-308E-E582-7FA851ECCBD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7432" y="168557"/>
            <a:ext cx="4564618" cy="652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Star Jedi">
            <a:extLst>
              <a:ext uri="{FF2B5EF4-FFF2-40B4-BE49-F238E27FC236}">
                <a16:creationId xmlns:a16="http://schemas.microsoft.com/office/drawing/2014/main" id="{FEA74B1F-E1DB-8902-2E6A-43DAE54D8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156" y="3310284"/>
            <a:ext cx="2451008" cy="237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5476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7CE88-0399-8D06-121C-1774E1B5E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>
            <a:extLst>
              <a:ext uri="{FF2B5EF4-FFF2-40B4-BE49-F238E27FC236}">
                <a16:creationId xmlns:a16="http://schemas.microsoft.com/office/drawing/2014/main" id="{29C9F4E5-778B-B73E-8F59-77778D1140DE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79000">
                <a:srgbClr val="FFD2C2">
                  <a:alpha val="58000"/>
                </a:srgbClr>
              </a:gs>
              <a:gs pos="20000">
                <a:schemeClr val="bg1"/>
              </a:gs>
              <a:gs pos="100000">
                <a:srgbClr val="FFA585">
                  <a:alpha val="50000"/>
                </a:srgb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9D90DAF4-DC39-A2FD-CB73-15F21AB6F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5225" y="2618745"/>
            <a:ext cx="7321550" cy="1620507"/>
          </a:xfrm>
        </p:spPr>
        <p:txBody>
          <a:bodyPr>
            <a:normAutofit fontScale="90000"/>
          </a:bodyPr>
          <a:lstStyle/>
          <a:p>
            <a:br>
              <a:rPr lang="cs-CZ" dirty="0"/>
            </a:br>
            <a:r>
              <a:rPr lang="cs-CZ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Thank</a:t>
            </a:r>
            <a:r>
              <a:rPr lang="cs-CZ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cs-CZ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you</a:t>
            </a:r>
            <a:r>
              <a:rPr lang="cs-CZ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br>
              <a:rPr lang="cs-CZ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cs-CZ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for</a:t>
            </a:r>
            <a:r>
              <a:rPr lang="cs-CZ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cs-CZ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your</a:t>
            </a:r>
            <a:r>
              <a:rPr lang="cs-CZ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cs-CZ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attention</a:t>
            </a:r>
            <a:endParaRPr lang="cs-CZ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996488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107</Words>
  <Application>Microsoft Office PowerPoint</Application>
  <PresentationFormat>Širokoúhlá obrazovka</PresentationFormat>
  <Paragraphs>33</Paragraphs>
  <Slides>14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Segoe UI</vt:lpstr>
      <vt:lpstr>Segoe UI Semibold</vt:lpstr>
      <vt:lpstr>Motiv Office</vt:lpstr>
      <vt:lpstr> User behavior analysis   Visualisation</vt:lpstr>
      <vt:lpstr>What is Reddit?</vt:lpstr>
      <vt:lpstr>Data</vt:lpstr>
      <vt:lpstr>Data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 Thank you 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Dita Chabičovská</dc:creator>
  <cp:lastModifiedBy>Dita Chabičovská</cp:lastModifiedBy>
  <cp:revision>5</cp:revision>
  <dcterms:created xsi:type="dcterms:W3CDTF">2025-12-02T19:37:35Z</dcterms:created>
  <dcterms:modified xsi:type="dcterms:W3CDTF">2025-12-03T22:31:40Z</dcterms:modified>
</cp:coreProperties>
</file>